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11.3 nA), fsim_core.transport's own I-V solver puts the junction voltage at V_j ≈ 1.50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2.9%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0.3986 -- better than the published ceiling, but only at the extreme corner of the swept range (narrowest linewidth, widest X-XX splitting) and only under pulsed, not continuous, drive.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a:p>
            <a:r>
              <a:t>The sweep was generated by scripts/run_rt_edge.py (2026-09-06T10:12:38.980415+00:00) over the full contract-declared grid (docs/rt_edge_contract.md): dot.delta_xx in [4.0, 8.0] meV, dot.gamma300 sampled at the finer values present in sweep.csv,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At the 6.5 meV anchor:  The linewidth is unmeasured for this InP platform. Facet-model note: **Independent check on the combined front-facet factor** (council review round 5, item 6, fixing a tautology): the value above is BACK-SOLVED -- the one factor missing once eta_total, beta, propagation and NA are all already known (eta_total = beta * &lt;combined factor&gt; * eta_prop * eta_NA) -- so a self-check comparing it against that same back-solving would only ever reproduce its own inputs. The genuinely independent check instead recomputes the combined factor FORWARD from this row's own facet transmission (T_facet) and back-facet reflectivity (R_back), trying every candidate formula introspected LIVE from fsim_core/waveguide.py's installed `edge_emission` source right now (never hardcoded, since that file's facet model is being edited concurrently and may change again) -- both as a fused current-model factor and as a legacy front-split-times-T_facet factor, since either grouping may be in effect: forward = 0.935012 via `facet_factor = T / (T + (1 - R_back))` (fused/current-model convention: already includes T_facet), back-solved = 0.935012 -- MATCH (agreement confirms the back-solved value really is the geometric front/back-facet-and-transmission factor waveguide.py computes, not some other quantity folded into eta_total).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 loading=0.632121, t_X=0.5, retention=0.00461745, eta_total=0.0132281, and repetition rate=8e+07 Hz. These levers buy enough collection for only the fallback low-linewidth corner; they do not improve intrinsic g2. The floor, factors, and lever values are the acceptance artifact's brightness decomposition. Facet-model note from the verdict: **Independent check on the combined front-facet factor** (council review round 5, item 6, fixing a tautology): the value above is BACK-SOLVED -- the one factor missing once eta_total, beta, propagation and NA are all already known (eta_total = beta * &lt;combined factor&gt; * eta_prop * eta_NA) -- so a self-check comparing it against that same back-solving would only ever reproduce its own inputs. The genuinely independent check instead recomputes the combined factor FORWARD from this row's own facet transmission (T_facet) and back-facet reflectivity (R_back), trying every candidate formula introspected LIVE from fsim_core/waveguide.py's installed `edge_emission` source right now (never hardcoded, since that file's facet model is being edited concurrently and may change again) -- both as a fused current-model factor and as a legacy front-split-times-T_facet factor, since either grouping may be in effect: forward = 0.935012 via `facet_factor = T / (T + (1 - R_back))` (fused/current-model convention: already includes T_facet), back-solved = 0.935012 -- MATCH (agreement confirms the back-solved value really is the geometric front/back-facet-and-transmission factor waveguide.py computes, not some other quantity folded into eta_total).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1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a:p>
            <a:r>
              <a:t>Fail reasons: evidence_incomplete. The stop rule set at the start of this project (g2(0) &lt; 0.5 at 300 K, working electrical injection, in-plane out-coupling, every claim cross-checked against at least two independent papers, and all hallucination tests passing) is not met. The 6.5 meV per-card evaluation passes only for the fallback card; the primary card remains below the flux floor, while evidence claims still lack independent support. This remains a FAIL rather than a conditional PASS because docs/rt_edge_contract.md makes evidence completeness mandatory, and because no published III-V quantum dot -- at any drive scheme -- has demonstrated g2(0) &lt; 0.5 at 300 K under electrical driving.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1.50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2.9-2.9%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This design's best pulsed corner reaches 0.3986, only at the narrow-line, wide-splitting extreme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8 meV splitting, pulsed g2 rises with linewidth</a:t>
            </a:r>
          </a:p>
          <a:p>
            <a:pPr>
              <a:spcAft>
                <a:spcPts val="1000"/>
              </a:spcAft>
              <a:defRPr sz="1800">
                <a:solidFill>
                  <a:srgbClr val="1B1F24"/>
                </a:solidFill>
              </a:defRPr>
            </a:pPr>
            <a:r>
              <a:t>• The threshold is bracketed at gamma300=8-10 meV; 6.5 meV is the per-card anchor</a:t>
            </a:r>
          </a:p>
          <a:p>
            <a:pPr>
              <a:spcAft>
                <a:spcPts val="1000"/>
              </a:spcAft>
              <a:defRPr sz="1800">
                <a:solidFill>
                  <a:srgbClr val="1B1F24"/>
                </a:solidFill>
              </a:defRPr>
            </a:pPr>
            <a:r>
              <a:t>• The primary GaAsP card never clears the flux floor; the conditional result is fallback-only</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margin is 1.544; values above 1 clear the 1000 photons/s floor</a:t>
            </a:r>
          </a:p>
          <a:p>
            <a:pPr>
              <a:spcAft>
                <a:spcPts val="1000"/>
              </a:spcAft>
              <a:defRPr sz="1800">
                <a:solidFill>
                  <a:srgbClr val="1B1F24"/>
                </a:solidFill>
              </a:defRPr>
            </a:pPr>
            <a:r>
              <a:t>• The primary GaAsP card never clears the flux floor; only the fallback card supplies the conditional result</a:t>
            </a:r>
          </a:p>
          <a:p>
            <a:pPr>
              <a:spcAft>
                <a:spcPts val="1000"/>
              </a:spcAft>
              <a:defRPr sz="1800">
                <a:solidFill>
                  <a:srgbClr val="1B1F24"/>
                </a:solidFill>
              </a:defRPr>
            </a:pPr>
            <a:r>
              <a:t>• Maximum collected flux is 1544.4 photons/s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Reischle like-for-like: 0.25 +/- 0.05 deconvolved vs the model's best intrinsic corner</a:t>
            </a:r>
          </a:p>
          <a:p>
            <a:pPr>
              <a:spcAft>
                <a:spcPts val="1000"/>
              </a:spcAft>
              <a:defRPr sz="2200">
                <a:solidFill>
                  <a:srgbClr val="1B1F24"/>
                </a:solidFill>
              </a:defRPr>
            </a:pPr>
            <a:r>
              <a:t>• Reischle 2008 also reports raw g2(0)=0.43 and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The stop rule is not met as stated: this is a conditional model corner, not a PASS</a:t>
            </a:r>
          </a:p>
          <a:p>
            <a:pPr>
              <a:spcAft>
                <a:spcPts val="1000"/>
              </a:spcAft>
              <a:defRPr sz="2200">
                <a:solidFill>
                  <a:srgbClr val="1B1F24"/>
                </a:solidFill>
              </a:defRPr>
            </a:pPr>
            <a:r>
              <a:t>• PASS needs the measured linewidth to land inside the 8-10 meV threshold bracket</a:t>
            </a:r>
          </a:p>
          <a:p>
            <a:pPr>
              <a:spcAft>
                <a:spcPts val="1000"/>
              </a:spcAft>
              <a:defRPr sz="2200">
                <a:solidFill>
                  <a:srgbClr val="1B1F24"/>
                </a:solidFill>
              </a:defRPr>
            </a:pPr>
            <a:r>
              <a:t>• The primary card never clears the flux floor; the conditional result rests on fallback alone</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