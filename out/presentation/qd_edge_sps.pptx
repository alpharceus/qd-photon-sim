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14/17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5.2 nA), fsim_core.transport's own I-V solver puts the junction voltage at V_j ≈ 1.58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3.18 and a beta factor (fraction of the dot's spontaneous emission that couples into the guided mode) of 2.87%, sweeping to 3.0% across the acceptance-sweep grid; an uncoated facet then transmits 73%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0.9817 -- WORSE than the published ceiling under the corrected finite-pulse loading model (peer-review-triage.md finding 1), and this corner does not clear the collected-flux eligibility floor either, so it is a diagnostic value, not a measurable 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a:p>
            <a:r>
              <a:t>The sweep was generated by scripts/run_rt_edge.py (2026-09-08T04:28:53.164218+00:00) over the full contract-declared grid (docs/rt_edge_contract.md): dot.delta_xx in [4.0, 8.0] meV, dot.gamma300 sampled at the finer values present in sweep.csv, and the detector response (IRF) in [50, 200] ps, evaluated for both the primary (GaAsP-well) and fallback (GaInP-well) design cards. This plot is constructed directly from out/rt_edge/sweep.csv at the largest splitting; the Chatzarakis 2023 and Matsuda 2001 anchors are read from the shared evidence ledger. At the 6.5 meV anchor:  The linewidth is unmeasured for this InP platform. Facet-model note: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table is read from out/rt_edge/verdict.md's finite-pulse chain (pkg5b-fix2 item 5: the headline model's own formula, not the superseded static loading/t_X/S product): finite_pulse_mean_counts=0.000364481, eta_total=0.0198516, and repetition rate=8e+07 Hz -- mean_counts x eta_total x rep_rate reproduces the reported collected flux; loading=0.419876, t_X=0.5 and retention=0.00134802 are shown in the verdict for reference only and are NOT part of this row's finite-pulse flux formula (already folded into finite_pulse_mean_counts). These levers no longer buy enough collection at any sampled corner under the corrected finite-pulse loading model; they do not improve intrinsic g2 either way. The floor, factors, and lever values are the acceptance artifact's brightness decomposition. Facet-model note from the verdict: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14/17 checks. Two claims still lack the required second, independent verified source and are reported as incomplete rather than silently accepted: reischle2008_g2_80K (only 1 distinct verified primary source(s), need 2); hkust_inp_gaasp_wavelength (only 1 distinct verified primary source(s), need 2); residual_background_80K (only 1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a:p>
            <a:r>
              <a:t>Fail reasons: evidence_incomplete, no_eligible_rows. The relaxed stop rule requires g2(0) &lt; 0.5 with working electrical injection, in-plane out-coupling, and every claim cross-checked against at least two independent papers, at T_hs &gt;= 230 K. Under the corrected finite-pulse loading calculation (peer-review-triage.md finding 1), replacing the legacy static per-pulse loading approximation every earlier package used, no sampled corner anywhere in the grid clears even the collected-flux eligibility floor, let alone the g2(0) gate. This is not a conditional PASS pending evidence completion: the verdict now fails BOTH on evidence (docs/rt_edge_contract.md requires completeness) AND on having no eligible row at all -- closing the evidence gaps alone would not flip this sweep to PASS.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1.58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2.9-3.0% of the dot's light (beta)</a:t>
            </a:r>
          </a:p>
          <a:p>
            <a:pPr>
              <a:spcAft>
                <a:spcPts val="1000"/>
              </a:spcAft>
              <a:defRPr sz="1800">
                <a:solidFill>
                  <a:srgbClr val="1B1F24"/>
                </a:solidFill>
              </a:defRPr>
            </a:pPr>
            <a:r>
              <a:t>• An uncoated facet lets about 73%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Under the corrected finite-pulse loading model, the best DIAGNOSTIC corner reaches 0.9817 -- above threshold and below the flux floor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linewidth_swee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At the best 8 meV splitting, pulsed g2 rises with linewidth</a:t>
            </a:r>
          </a:p>
          <a:p>
            <a:pPr>
              <a:spcAft>
                <a:spcPts val="1000"/>
              </a:spcAft>
              <a:defRPr sz="1800">
                <a:solidFill>
                  <a:srgbClr val="1B1F24"/>
                </a:solidFill>
              </a:defRPr>
            </a:pPr>
            <a:r>
              <a:t>• Under the corrected finite-pulse loading model, no sampled corner clears the flux floor (gamma300 threshold=n/a)</a:t>
            </a:r>
          </a:p>
          <a:p>
            <a:pPr>
              <a:spcAft>
                <a:spcPts val="1000"/>
              </a:spcAft>
              <a:defRPr sz="1800">
                <a:solidFill>
                  <a:srgbClr val="1B1F24"/>
                </a:solidFill>
              </a:defRPr>
            </a:pPr>
            <a:r>
              <a:t>• No T_hs, card, or lever combination passes the headline gate; evidence is also still incomplete</a:t>
            </a:r>
          </a:p>
          <a:p>
            <a:pPr>
              <a:spcAft>
                <a:spcPts val="1000"/>
              </a:spcAft>
              <a:defRPr sz="1800">
                <a:solidFill>
                  <a:srgbClr val="1B1F24"/>
                </a:solidFill>
              </a:defRPr>
            </a:pPr>
            <a:r>
              <a:t>• The 6.5 meV per-card anchor now fails on both cards under the corrected model</a:t>
            </a:r>
          </a:p>
          <a:p>
            <a:pPr>
              <a:spcAft>
                <a:spcPts val="1000"/>
              </a:spcAft>
              <a:defRPr sz="1800">
                <a:solidFill>
                  <a:srgbClr val="1B1F24"/>
                </a:solidFill>
              </a:defRPr>
            </a:pPr>
            <a:r>
              <a:t>• Verified class anchors: 6.5 and 12 meV</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brightness changes the answer</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Flux margin is 0.5828; values above 1 clear the 1000 photons/s floor, below 1 do not</a:t>
            </a:r>
          </a:p>
          <a:p>
            <a:pPr>
              <a:spcAft>
                <a:spcPts val="1000"/>
              </a:spcAft>
              <a:defRPr sz="1800">
                <a:solidFill>
                  <a:srgbClr val="1B1F24"/>
                </a:solidFill>
              </a:defRPr>
            </a:pPr>
            <a:r>
              <a:t>• The corrected circular-NA model raises collected flux, but not enough under the corrected loading model</a:t>
            </a:r>
          </a:p>
          <a:p>
            <a:pPr>
              <a:spcAft>
                <a:spcPts val="1000"/>
              </a:spcAft>
              <a:defRPr sz="1800">
                <a:solidFill>
                  <a:srgbClr val="1B1F24"/>
                </a:solidFill>
              </a:defRPr>
            </a:pPr>
            <a:r>
              <a:t>• Maximum collected flux across the grid is 582.8 photons/s; the best-diagnostic (lowest-g2) row reaches 578.843 photons/s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Validation: 80 K and 230 K comparisons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Reischle like-for-like: 0.25 +/- 0.05 deconvolved vs the model's best intrinsic corner</a:t>
            </a:r>
          </a:p>
          <a:p>
            <a:pPr>
              <a:spcAft>
                <a:spcPts val="1000"/>
              </a:spcAft>
              <a:defRPr sz="2200">
                <a:solidFill>
                  <a:srgbClr val="1B1F24"/>
                </a:solidFill>
              </a:defRPr>
            </a:pPr>
            <a:r>
              <a:t>• Reischle 2008 also reports raw g2(0)=0.43 and corrected g2(0)=0.03</a:t>
            </a:r>
          </a:p>
          <a:p>
            <a:pPr>
              <a:spcAft>
                <a:spcPts val="1000"/>
              </a:spcAft>
              <a:defRPr sz="2200">
                <a:solidFill>
                  <a:srgbClr val="1B1F24"/>
                </a:solidFill>
              </a:defRPr>
            </a:pPr>
            <a:r>
              <a:t>• 230 K model comparison: g2(0)=0.36, matching Chatzarakis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Under the corrected finite-pulse loading model, NO sampled corner passes at any T_hs</a:t>
            </a:r>
          </a:p>
          <a:p>
            <a:pPr>
              <a:spcAft>
                <a:spcPts val="1000"/>
              </a:spcAft>
              <a:defRPr sz="2200">
                <a:solidFill>
                  <a:srgbClr val="1B1F24"/>
                </a:solidFill>
              </a:defRPr>
            </a:pPr>
            <a:r>
              <a:t>• Pooled gamma300 threshold is n/a; neither card's own 6.5 meV anchor passes either</a:t>
            </a:r>
          </a:p>
          <a:p>
            <a:pPr>
              <a:spcAft>
                <a:spcPts val="1000"/>
              </a:spcAft>
              <a:defRPr sz="2200">
                <a:solidFill>
                  <a:srgbClr val="1B1F24"/>
                </a:solidFill>
              </a:defRPr>
            </a:pPr>
            <a:r>
              <a:t>• Evidence is also still incomplete: this is a double FAIL, not a conditional PASS</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model=finite_pulse:true,tau_cap_density:false g2_min=nan g2_median_eligible=nan diag_g2_min=0.9817 diag_g2_median_diagnostic=0.9993 flux_max=582.8 flux_margin=0.5828 flux_shortfall_deprecated=1.716 median_pass=false coverage_over_eligible=nan eligible_fraction=0 eligible=0/768 flux_floor_excluded=768 evidence=incomplete conditional=false headline_coverage=0/768 headline_coverage_pulsed=0/384 headline_dedup_mismatch_groups=0 eligible_dedup=0/384 eligible_dedup_mismatch_groups=0 rows_scheduled=0/768 cw_raw_coverage=0/0 gamma300_pass_max=nan gamma300_threshold=n/a T_pass_min=none headline_by_T=230:0/192,250:0/192,273:0/192,300:0/192 headline_by_T_pulsed=230:0/96,250:0/96,273:0/96,300:0/96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Filter window follows the linewidth, fixing t_X=0.5 by convention</a:t>
            </a:r>
          </a:p>
          <a:p>
            <a:pPr>
              <a:spcAft>
                <a:spcPts val="1000"/>
              </a:spcAft>
              <a:defRPr sz="2200">
                <a:solidFill>
                  <a:srgbClr val="1B1F24"/>
                </a:solidFill>
              </a:defRPr>
            </a:pPr>
            <a:r>
              <a:t>• Residual background is transferred from 80 K data to this 300 K platform</a:t>
            </a:r>
          </a:p>
          <a:p>
            <a:pPr>
              <a:spcAft>
                <a:spcPts val="1000"/>
              </a:spcAft>
              <a:defRPr sz="2200">
                <a:solidFill>
                  <a:srgbClr val="1B1F24"/>
                </a:solidFill>
              </a:defRPr>
            </a:pPr>
            <a:r>
              <a:t>• Pulsed drive is required: the CW dip is narrower than detector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